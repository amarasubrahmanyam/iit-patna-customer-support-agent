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AI IT Support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FD6F7"/>
                </a:solidFill>
                <a:latin typeface="Segoe UI"/>
              </a:rPr>
              <a:t>Agentic AI Helpdesk Assistant  -  LangChain + LangGraph +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AED6"/>
                </a:solidFill>
                <a:latin typeface="Segoe UI"/>
              </a:rPr>
              <a:t>GenAI Development Program - Final Evaluation Project (Project 3: Agentic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ED6"/>
                </a:solidFill>
                <a:latin typeface="Segoe UI"/>
              </a:rPr>
              <a:t>No external database. Runs fully local. LLM optional.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Employees need fast, self-service help for common IT issues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Manual channels are slow: searching a wiki, emailing IT, opening a portal ticket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No single place to: get troubleshooting help, check ticket status, raise a ticket, or check service status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Goal: an AI agent that understands the request, picks the right tool, validates before acting, and never invents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A LangGraph state machine wrapped in a Streamlit chat UI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Intent/Decision node decides if a tool is needed and which one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Conditional edges route to the correct tool node (knowledge search, ticket lookup, ticket creation, employee lookup, system status)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Response Generation node phrases the tool result into a clear, safety-checked answer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Conversation memory persists per session via LangGraph's MemorySaver checkpointer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Works fully offline with a deterministic rule-based fallback when no LLM API key is configured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966960" cy="77724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Streamlit Chat UI  (app.py)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06440" y="2148840"/>
            <a:ext cx="548640" cy="228600"/>
          </a:xfrm>
          <a:prstGeom prst="downArrow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66960" cy="777240"/>
          </a:xfrm>
          <a:prstGeom prst="roundRect">
            <a:avLst/>
          </a:prstGeom>
          <a:solidFill>
            <a:srgbClr val="0F2A43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LangGraph Orchestrator  +  MemorySaver Checkpointer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06440" y="3154680"/>
            <a:ext cx="548640" cy="228600"/>
          </a:xfrm>
          <a:prstGeom prst="downArrow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383280"/>
            <a:ext cx="9966960" cy="777240"/>
          </a:xfrm>
          <a:prstGeom prst="roundRect">
            <a:avLst/>
          </a:prstGeom>
          <a:solidFill>
            <a:srgbClr val="C97A0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Reasoning Layer:  LLM tool-calling (OpenAI / Gemini)  OR  Rule-based fallback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4160520"/>
            <a:ext cx="548640" cy="228600"/>
          </a:xfrm>
          <a:prstGeom prst="downArrow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4389120"/>
            <a:ext cx="9966960" cy="777240"/>
          </a:xfrm>
          <a:prstGeom prst="roundRect">
            <a:avLst/>
          </a:prstGeom>
          <a:solidFill>
            <a:srgbClr val="2EA0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Tool Layer:  knowledge_search | ticket_lookup | create_ticket | employee_lookup | system_status_check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5166360"/>
            <a:ext cx="548640" cy="228600"/>
          </a:xfrm>
          <a:prstGeom prst="downArrow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5394960"/>
            <a:ext cx="9966960" cy="777240"/>
          </a:xfrm>
          <a:prstGeom prst="roundRect">
            <a:avLst/>
          </a:prstGeom>
          <a:solidFill>
            <a:srgbClr val="4A4A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Data Layer:  In-memory SQLite  (seeded from data/*.json)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LangGraph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09160" y="1371600"/>
            <a:ext cx="2743200" cy="640080"/>
          </a:xfrm>
          <a:prstGeom prst="roundRect">
            <a:avLst/>
          </a:prstGeom>
          <a:solidFill>
            <a:srgbClr val="0F2A43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classify_intent
(Intent / Decision Node)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1691640" cy="822960"/>
          </a:xfrm>
          <a:prstGeom prst="roundRect">
            <a:avLst/>
          </a:prstGeom>
          <a:solidFill>
            <a:srgbClr val="2EA0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employee_lookup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5728" y="2651760"/>
            <a:ext cx="1691640" cy="822960"/>
          </a:xfrm>
          <a:prstGeom prst="roundRect">
            <a:avLst/>
          </a:prstGeom>
          <a:solidFill>
            <a:srgbClr val="2EA0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knowledge_search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2651760"/>
            <a:ext cx="1691640" cy="822960"/>
          </a:xfrm>
          <a:prstGeom prst="roundRect">
            <a:avLst/>
          </a:prstGeom>
          <a:solidFill>
            <a:srgbClr val="2EA0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ticket_lookup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651760"/>
            <a:ext cx="1691640" cy="822960"/>
          </a:xfrm>
          <a:prstGeom prst="roundRect">
            <a:avLst/>
          </a:prstGeom>
          <a:solidFill>
            <a:srgbClr val="C97A0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ticket_creation
(validate + confirm)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2651760"/>
            <a:ext cx="1691640" cy="822960"/>
          </a:xfrm>
          <a:prstGeom prst="roundRect">
            <a:avLst/>
          </a:prstGeom>
          <a:solidFill>
            <a:srgbClr val="2EA0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system_status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2651760"/>
            <a:ext cx="1691640" cy="822960"/>
          </a:xfrm>
          <a:prstGeom prst="roundRect">
            <a:avLst/>
          </a:prstGeom>
          <a:solidFill>
            <a:srgbClr val="4A4A4A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direct_response
(chit-chat / cancel)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114800"/>
            <a:ext cx="2926080" cy="64008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response_generation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411480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4A4A4A"/>
                </a:solidFill>
                <a:latin typeface="Segoe UI"/>
              </a:rPr>
              <a:t>(direct_response
skips this node)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5212080"/>
            <a:ext cx="3200400" cy="640080"/>
          </a:xfrm>
          <a:prstGeom prst="roundRect">
            <a:avLst/>
          </a:prstGeom>
          <a:solidFill>
            <a:srgbClr val="0F2A43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Final Answer -&gt; Streamlit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Segoe UI"/>
              </a:rPr>
              <a:t>Conditional routing also re-enters this flow for multi-turn confirmations (employee ID, yes/no) using state.pending_action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Agent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Tool 1 - Knowledge Search: searches the local IT knowledge base and answers how-to / troubleshooting questions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Tool 2 - Ticket Lookup: searches existing support tickets for a verified employee and returns their status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Tool 3 - Ticket Creation: validates required info, checks for duplicates, confirms with the user, then creates the ticket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Bonus Tool - System Status Check: reports live operational status of IT services (VPN, Email, WiFi, Printers, HR Portal)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Supporting Tool - Employee Lookup: verifies an employee ID against the company directory before any ticket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Safety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Never creates a ticket without an explicit user confirmation (yes/no)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Duplicate-ticket detection: flags similar open tickets before creating a new one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Missing information (employee ID, issue description) is always asked for, never assumed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Tool failures and unknown employee IDs are handled gracefully with clear messages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"Escape hatch": if the user changes topic mid-confirmation, the agent re-classifies instead of getting stuck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Retrieved facts (tool results) vs. LLM-generated phrasing are kept clearly distinct - no invented ticket IDs, names, or KB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Memory / 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AgentState (TypedDict): messages, employee identity, pending_action, ticket draft, tool trace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LangGraph MemorySaver checkpointer persists state per browser session (thread_id)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Example multi-turn flow: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   User: "I have a VPN issue"  -&gt;  Agent: "What is your employee ID?"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   User: "EMP1024"  -&gt;  Agent: "Found your profile. Check existing tickets?"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   User: "Yes"  -&gt;  Agent returns the employee's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Agent orchestration: LangGraph (StateGraph, conditional edges, MemorySaver)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LLM / tool calling: LangChain (bind_tools), OpenAI or Google Gemini (optional)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Fallback reasoning: deterministic rule-based classifier (no API key required)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Data storage: SQLite, in-memory only - no external database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UI: Streamlit chat interface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Config &amp; logging: python-dotenv + typed Settings, Python logging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app.py - Streamlit entry point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data/ - sample employees, tickets, knowledge base, system status (JSON)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src/database/ - in-memory SQLite schema, seeding, reset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src/tools/ - LangChain @tool functions (one per capability)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src/agent/ - state.py, llm.py, rules.py, nodes.py, graph.py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sample_outputs/ - captured end-to-end conversation transcript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docs/ - architecture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Sample Interaction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7315200" cy="71323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User:  My VPN is not working, please raise a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2313432"/>
            <a:ext cx="7315200" cy="1481328"/>
          </a:xfrm>
          <a:prstGeom prst="roundRect">
            <a:avLst/>
          </a:prstGeom>
          <a:solidFill>
            <a:srgbClr val="0F2A43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Assistant:  I'd like to create the following ticket:
Category: VPN | Priority: Medium
Description: My VPN is not working
Shall I proceed? (yes/no)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7315200" cy="71323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  <a:latin typeface="Segoe UI"/>
              </a:rPr>
              <a:t>User:  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965192"/>
            <a:ext cx="7315200" cy="713232"/>
          </a:xfrm>
          <a:prstGeom prst="roundRect">
            <a:avLst/>
          </a:prstGeom>
          <a:solidFill>
            <a:srgbClr val="0F2A43"/>
          </a:solidFill>
          <a:ln w="12700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Assistant:  ✅ Your ticket has been created: TCK-1006 (VPN, Medium priority, status: Open).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In-memory SQLite (no external DB) seeded from JSON - satisfies the local-only requirement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Hybrid reasoning: LLM function-calling when available, deterministic rules always available as a safety net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Mandatory confirmation before every ticket creation - agent never acts blindly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LangGraph MemorySaver for real conversation memory, not manual session hacks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0F2A43"/>
                </a:solidFill>
                <a:latin typeface="Segoe UI"/>
              </a:rPr>
              <a:t>•  Duplicate-ticket detection using keyword overlap on open/in-progress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In-memory DB resets when the Streamlit process restarts (by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Rule-based fallback understands fewer phrasings than a genuine LLM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Duplicate detection is a keyword-overlap heuristic, not semantic similarity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Single shared DB connection per server process (demo scope, not multi-tenant)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0F2A43"/>
                </a:solidFill>
                <a:latin typeface="Segoe UI"/>
              </a:rPr>
              <a:t>•  No authentication layer - local demo assistant, not a production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Segoe UI"/>
              </a:rPr>
              <a:t>AI IT Support Assistant - Agentic AI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FD6F7"/>
                </a:solidFill>
                <a:latin typeface="Segoe UI"/>
              </a:rP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